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26" y="4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7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5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3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38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8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4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8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9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9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7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FADF9-00E5-4098-8542-D3BA5D16668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4583B-EE0D-4F33-A05B-52761179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6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6" y="0"/>
            <a:ext cx="12300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7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UNC Chapel 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White-Lab</dc:creator>
  <cp:lastModifiedBy>White-Lab</cp:lastModifiedBy>
  <cp:revision>3</cp:revision>
  <dcterms:created xsi:type="dcterms:W3CDTF">2021-06-30T21:34:13Z</dcterms:created>
  <dcterms:modified xsi:type="dcterms:W3CDTF">2024-12-09T18:19:51Z</dcterms:modified>
</cp:coreProperties>
</file>